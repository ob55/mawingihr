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77890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0"/>
            <a:ext cx="7715250" cy="777890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1"/>
          <p:cNvSpPr/>
          <p:nvPr/>
        </p:nvSpPr>
        <p:spPr>
          <a:xfrm>
            <a:off x="714375" y="0"/>
            <a:ext cx="7715250" cy="2749534"/>
          </a:xfrm>
          <a:prstGeom prst="rect">
            <a:avLst/>
          </a:prstGeom>
          <a:solidFill>
            <a:srgbClr val="001F3F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6094" y="428625"/>
            <a:ext cx="3071813" cy="182084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85875" y="3436618"/>
            <a:ext cx="6572250" cy="4628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755" b="1" dirty="0">
                <a:solidFill>
                  <a:srgbClr val="001F3F"/>
                </a:solidFill>
              </a:rPr>
              <a:t>Fractional People Ops</a:t>
            </a:r>
            <a:endParaRPr lang="en-US" sz="2755" dirty="0"/>
          </a:p>
        </p:txBody>
      </p:sp>
      <p:sp>
        <p:nvSpPr>
          <p:cNvPr id="7" name="Text 3"/>
          <p:cNvSpPr/>
          <p:nvPr/>
        </p:nvSpPr>
        <p:spPr>
          <a:xfrm>
            <a:off x="1285875" y="4070961"/>
            <a:ext cx="65722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77B5"/>
                </a:solidFill>
              </a:rPr>
              <a:t>Growth without people systems is expensive.</a:t>
            </a:r>
            <a:endParaRPr lang="en-US" sz="1193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5" y="4697825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57350" y="4833556"/>
            <a:ext cx="27717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1F3F"/>
                </a:solidFill>
              </a:rPr>
              <a:t>Compliance</a:t>
            </a:r>
            <a:endParaRPr lang="en-US" sz="1193" dirty="0"/>
          </a:p>
        </p:txBody>
      </p:sp>
      <p:sp>
        <p:nvSpPr>
          <p:cNvPr id="10" name="Text 5"/>
          <p:cNvSpPr/>
          <p:nvPr/>
        </p:nvSpPr>
        <p:spPr>
          <a:xfrm>
            <a:off x="1657350" y="5196101"/>
            <a:ext cx="27717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Navigating Kenyan labor laws to protect your business.</a:t>
            </a:r>
            <a:endParaRPr lang="en-US" sz="942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5" y="4697825"/>
            <a:ext cx="257175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114925" y="4833556"/>
            <a:ext cx="27432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1F3F"/>
                </a:solidFill>
              </a:rPr>
              <a:t>Structure</a:t>
            </a:r>
            <a:endParaRPr lang="en-US" sz="1193" dirty="0"/>
          </a:p>
        </p:txBody>
      </p:sp>
      <p:sp>
        <p:nvSpPr>
          <p:cNvPr id="13" name="Text 7"/>
          <p:cNvSpPr/>
          <p:nvPr/>
        </p:nvSpPr>
        <p:spPr>
          <a:xfrm>
            <a:off x="5114925" y="5196101"/>
            <a:ext cx="27432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Organizational frameworks designed for scaling.</a:t>
            </a:r>
            <a:endParaRPr lang="en-US" sz="942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5875" y="6006192"/>
            <a:ext cx="257175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685925" y="6141923"/>
            <a:ext cx="265728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1F3F"/>
                </a:solidFill>
              </a:rPr>
              <a:t>Performance</a:t>
            </a:r>
            <a:endParaRPr lang="en-US" sz="1193" dirty="0"/>
          </a:p>
        </p:txBody>
      </p:sp>
      <p:sp>
        <p:nvSpPr>
          <p:cNvPr id="16" name="Text 9"/>
          <p:cNvSpPr/>
          <p:nvPr/>
        </p:nvSpPr>
        <p:spPr>
          <a:xfrm>
            <a:off x="1685925" y="6504468"/>
            <a:ext cx="265728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Systems that drive engagement and results.</a:t>
            </a:r>
            <a:endParaRPr lang="en-US" sz="942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75" y="6006192"/>
            <a:ext cx="257175" cy="2286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114925" y="6141923"/>
            <a:ext cx="27432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1F3F"/>
                </a:solidFill>
              </a:rPr>
              <a:t>Stability</a:t>
            </a:r>
            <a:endParaRPr lang="en-US" sz="1193" dirty="0"/>
          </a:p>
        </p:txBody>
      </p:sp>
      <p:sp>
        <p:nvSpPr>
          <p:cNvPr id="19" name="Text 11"/>
          <p:cNvSpPr/>
          <p:nvPr/>
        </p:nvSpPr>
        <p:spPr>
          <a:xfrm>
            <a:off x="5114925" y="6504468"/>
            <a:ext cx="27432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Building a resilient and thriving workplace culture.</a:t>
            </a:r>
            <a:endParaRPr lang="en-US" sz="942" dirty="0"/>
          </a:p>
        </p:txBody>
      </p:sp>
      <p:sp>
        <p:nvSpPr>
          <p:cNvPr id="20" name="Shape 12"/>
          <p:cNvSpPr/>
          <p:nvPr/>
        </p:nvSpPr>
        <p:spPr>
          <a:xfrm>
            <a:off x="714375" y="6993089"/>
            <a:ext cx="7715250" cy="785813"/>
          </a:xfrm>
          <a:prstGeom prst="rect">
            <a:avLst/>
          </a:prstGeom>
          <a:solidFill>
            <a:srgbClr val="0077B5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31678" y="7307414"/>
            <a:ext cx="157163" cy="157163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2760278" y="7278839"/>
            <a:ext cx="89899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0717736303</a:t>
            </a:r>
            <a:endParaRPr lang="en-US" sz="1159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5024" y="7307414"/>
            <a:ext cx="157163" cy="157163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4173624" y="7278839"/>
            <a:ext cx="243869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mawinguhrsolutions@gmail.com</a:t>
            </a:r>
            <a:endParaRPr lang="en-US" sz="1159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7152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0"/>
            <a:ext cx="7715250" cy="771525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1"/>
          <p:cNvSpPr/>
          <p:nvPr/>
        </p:nvSpPr>
        <p:spPr>
          <a:xfrm>
            <a:off x="714375" y="0"/>
            <a:ext cx="7715250" cy="2749534"/>
          </a:xfrm>
          <a:prstGeom prst="rect">
            <a:avLst/>
          </a:prstGeom>
          <a:solidFill>
            <a:srgbClr val="0077B5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6094" y="428625"/>
            <a:ext cx="3071813" cy="182084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28750" y="3579493"/>
            <a:ext cx="6286500" cy="4628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755" b="1" dirty="0">
                <a:solidFill>
                  <a:srgbClr val="001F3F"/>
                </a:solidFill>
              </a:rPr>
              <a:t>Elevate Your Career</a:t>
            </a:r>
            <a:endParaRPr lang="en-US" sz="2755" dirty="0"/>
          </a:p>
        </p:txBody>
      </p:sp>
      <p:sp>
        <p:nvSpPr>
          <p:cNvPr id="7" name="Text 3"/>
          <p:cNvSpPr/>
          <p:nvPr/>
        </p:nvSpPr>
        <p:spPr>
          <a:xfrm>
            <a:off x="1428750" y="4228123"/>
            <a:ext cx="6286500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0077B5"/>
                </a:solidFill>
              </a:rPr>
              <a:t>Position yourself for the next big leap.</a:t>
            </a:r>
            <a:endParaRPr lang="en-US" sz="1295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0" y="4908566"/>
            <a:ext cx="428625" cy="2857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357438" y="4914816"/>
            <a:ext cx="130697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1F3F"/>
                </a:solidFill>
              </a:rPr>
              <a:t>Strategic CVs</a:t>
            </a:r>
            <a:endParaRPr lang="en-US" sz="1397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5480066"/>
            <a:ext cx="428625" cy="2857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357438" y="5486316"/>
            <a:ext cx="234069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1F3F"/>
                </a:solidFill>
              </a:rPr>
              <a:t>Market-Ready LinkedIn</a:t>
            </a:r>
            <a:endParaRPr lang="en-US" sz="1397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4500" y="6051566"/>
            <a:ext cx="428625" cy="28575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357438" y="6057816"/>
            <a:ext cx="220607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1F3F"/>
                </a:solidFill>
              </a:rPr>
              <a:t>Interview Preparation</a:t>
            </a:r>
            <a:endParaRPr lang="en-US" sz="1397" dirty="0"/>
          </a:p>
        </p:txBody>
      </p:sp>
      <p:sp>
        <p:nvSpPr>
          <p:cNvPr id="14" name="Shape 7"/>
          <p:cNvSpPr/>
          <p:nvPr/>
        </p:nvSpPr>
        <p:spPr>
          <a:xfrm>
            <a:off x="714375" y="6929438"/>
            <a:ext cx="7715250" cy="785813"/>
          </a:xfrm>
          <a:prstGeom prst="rect">
            <a:avLst/>
          </a:prstGeom>
          <a:solidFill>
            <a:srgbClr val="001F3F"/>
          </a:solidFill>
          <a:ln/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1678" y="7243763"/>
            <a:ext cx="157163" cy="157163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2760278" y="7215188"/>
            <a:ext cx="89899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0717736303</a:t>
            </a:r>
            <a:endParaRPr lang="en-US" sz="1159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5024" y="7243763"/>
            <a:ext cx="157163" cy="157163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4173624" y="7215188"/>
            <a:ext cx="243869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mawinguhrsolutions@gmail.com</a:t>
            </a:r>
            <a:endParaRPr lang="en-US" sz="115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2026-02-13T10:42:30Z</dcterms:created>
  <dcterms:modified xsi:type="dcterms:W3CDTF">2026-02-13T10:42:30Z</dcterms:modified>
</cp:coreProperties>
</file>